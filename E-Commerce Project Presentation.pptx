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6" r:id="rId1"/>
  </p:sldMasterIdLst>
  <p:notesMasterIdLst>
    <p:notesMasterId r:id="rId10"/>
  </p:notesMasterIdLst>
  <p:sldIdLst>
    <p:sldId id="258" r:id="rId2"/>
    <p:sldId id="257" r:id="rId3"/>
    <p:sldId id="261" r:id="rId4"/>
    <p:sldId id="262" r:id="rId5"/>
    <p:sldId id="263" r:id="rId6"/>
    <p:sldId id="267" r:id="rId7"/>
    <p:sldId id="266" r:id="rId8"/>
    <p:sldId id="268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41" autoAdjust="0"/>
  </p:normalViewPr>
  <p:slideViewPr>
    <p:cSldViewPr snapToGrid="0">
      <p:cViewPr varScale="1">
        <p:scale>
          <a:sx n="78" d="100"/>
          <a:sy n="78" d="100"/>
        </p:scale>
        <p:origin x="878" y="8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1588C7-73F2-43B9-BC8E-87B4B0A3F6DD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0E34AD-BE10-4A32-8F09-D3371989CA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833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0CC2C-831A-448E-92C0-D8F6374002E7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ED440-35E7-4902-B4AB-4CE92E41A51C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45890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0CC2C-831A-448E-92C0-D8F6374002E7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ED440-35E7-4902-B4AB-4CE92E41A5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300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0CC2C-831A-448E-92C0-D8F6374002E7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ED440-35E7-4902-B4AB-4CE92E41A51C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52238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0CC2C-831A-448E-92C0-D8F6374002E7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ED440-35E7-4902-B4AB-4CE92E41A5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3186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0CC2C-831A-448E-92C0-D8F6374002E7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ED440-35E7-4902-B4AB-4CE92E41A5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90985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0CC2C-831A-448E-92C0-D8F6374002E7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ED440-35E7-4902-B4AB-4CE92E41A5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3401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0CC2C-831A-448E-92C0-D8F6374002E7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ED440-35E7-4902-B4AB-4CE92E41A5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05362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FB0CC2C-831A-448E-92C0-D8F6374002E7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81ED440-35E7-4902-B4AB-4CE92E41A5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3421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0CC2C-831A-448E-92C0-D8F6374002E7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ED440-35E7-4902-B4AB-4CE92E41A5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3031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0CC2C-831A-448E-92C0-D8F6374002E7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ED440-35E7-4902-B4AB-4CE92E41A5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783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0CC2C-831A-448E-92C0-D8F6374002E7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1ED440-35E7-4902-B4AB-4CE92E41A51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0732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FB0CC2C-831A-448E-92C0-D8F6374002E7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81ED440-35E7-4902-B4AB-4CE92E41A51C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8460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  <p:sldLayoutId id="2147483888" r:id="rId2"/>
    <p:sldLayoutId id="2147483889" r:id="rId3"/>
    <p:sldLayoutId id="2147483890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  <p:sldLayoutId id="214748389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07123-DD27-9C83-A1E4-25F55F383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2248" y="-151430"/>
            <a:ext cx="10058400" cy="1450757"/>
          </a:xfrm>
        </p:spPr>
        <p:txBody>
          <a:bodyPr/>
          <a:lstStyle/>
          <a:p>
            <a:r>
              <a:rPr lang="en-IN" b="1" dirty="0">
                <a:solidFill>
                  <a:schemeClr val="bg2">
                    <a:lumMod val="25000"/>
                  </a:schemeClr>
                </a:solidFill>
              </a:rPr>
              <a:t>                      Project Name 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CAA850-AB7D-EB24-8073-20A86C029A93}"/>
              </a:ext>
            </a:extLst>
          </p:cNvPr>
          <p:cNvSpPr txBox="1"/>
          <p:nvPr/>
        </p:nvSpPr>
        <p:spPr>
          <a:xfrm>
            <a:off x="6898640" y="574877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solidFill>
                  <a:schemeClr val="bg2">
                    <a:lumMod val="25000"/>
                  </a:schemeClr>
                </a:solidFill>
              </a:rPr>
              <a:t>Presented by:</a:t>
            </a:r>
            <a:r>
              <a:rPr lang="en-IN" sz="24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IN" sz="2400" dirty="0"/>
              <a:t>Kalpana Dhanraj Birajdar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5892AA-B28C-1D01-E40F-DA5ACB15EC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791" r="1407" b="25135"/>
          <a:stretch>
            <a:fillRect/>
          </a:stretch>
        </p:blipFill>
        <p:spPr>
          <a:xfrm>
            <a:off x="1142877" y="1477297"/>
            <a:ext cx="10142220" cy="3903406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</p:spTree>
    <p:extLst>
      <p:ext uri="{BB962C8B-B14F-4D97-AF65-F5344CB8AC3E}">
        <p14:creationId xmlns:p14="http://schemas.microsoft.com/office/powerpoint/2010/main" val="1466264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1A88C-480C-2092-A991-7A2E2F857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2362" y="1980816"/>
            <a:ext cx="10058400" cy="402336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To analyze e-commerce sales, orders, delivery, and payment    performance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To identify trends, issues, and improvement opportunities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To support business decision-making using interactive dashboards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7B068F-A55F-0D54-8651-7F48DEF02439}"/>
              </a:ext>
            </a:extLst>
          </p:cNvPr>
          <p:cNvSpPr txBox="1"/>
          <p:nvPr/>
        </p:nvSpPr>
        <p:spPr>
          <a:xfrm>
            <a:off x="1097280" y="1124589"/>
            <a:ext cx="60942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chemeClr val="bg2">
                    <a:lumMod val="25000"/>
                  </a:schemeClr>
                </a:solidFill>
              </a:rPr>
              <a:t>Objective</a:t>
            </a:r>
            <a:endParaRPr lang="en-US" sz="3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9C0CFC-DF2F-BCA2-6477-AC738DD79BD3}"/>
              </a:ext>
            </a:extLst>
          </p:cNvPr>
          <p:cNvSpPr txBox="1"/>
          <p:nvPr/>
        </p:nvSpPr>
        <p:spPr>
          <a:xfrm>
            <a:off x="8026400" y="590629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chemeClr val="bg2">
                    <a:lumMod val="25000"/>
                  </a:schemeClr>
                </a:solidFill>
              </a:rPr>
              <a:t>Presented by:</a:t>
            </a:r>
            <a:r>
              <a:rPr lang="en-IN" sz="18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IN" sz="1800" dirty="0"/>
              <a:t>Kalpana Dhanraj Birajdar</a:t>
            </a:r>
          </a:p>
        </p:txBody>
      </p:sp>
    </p:spTree>
    <p:extLst>
      <p:ext uri="{BB962C8B-B14F-4D97-AF65-F5344CB8AC3E}">
        <p14:creationId xmlns:p14="http://schemas.microsoft.com/office/powerpoint/2010/main" val="2903528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DDEDB-E63C-2555-2E15-B2866EA4D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4D053-E65F-B37D-4DD7-C0F3677250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2362" y="1980816"/>
            <a:ext cx="10058400" cy="4023360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How is overall revenue performing over time?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Which products and cities generate maximum sales?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What is the delivery success and cancellation rate?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How do payment failures impact revenue?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What are customer preferences and behaviors?</a:t>
            </a: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D35E010-6489-FB8B-3F7A-75A0DC16EDC0}"/>
              </a:ext>
            </a:extLst>
          </p:cNvPr>
          <p:cNvSpPr txBox="1"/>
          <p:nvPr/>
        </p:nvSpPr>
        <p:spPr>
          <a:xfrm>
            <a:off x="1097280" y="1124589"/>
            <a:ext cx="609426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dirty="0">
                <a:solidFill>
                  <a:schemeClr val="bg2">
                    <a:lumMod val="25000"/>
                  </a:schemeClr>
                </a:solidFill>
              </a:rPr>
              <a:t>Business Problems Addressed</a:t>
            </a:r>
            <a:endParaRPr lang="en-US" sz="32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962295-9D1A-D5CE-B116-E0157AB113A0}"/>
              </a:ext>
            </a:extLst>
          </p:cNvPr>
          <p:cNvSpPr txBox="1"/>
          <p:nvPr/>
        </p:nvSpPr>
        <p:spPr>
          <a:xfrm>
            <a:off x="8242762" y="600417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chemeClr val="bg2">
                    <a:lumMod val="25000"/>
                  </a:schemeClr>
                </a:solidFill>
              </a:rPr>
              <a:t>Presented by:</a:t>
            </a:r>
            <a:r>
              <a:rPr lang="en-IN" sz="18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IN" sz="1800" dirty="0"/>
              <a:t>Kalpana Dhanraj Birajdar</a:t>
            </a:r>
          </a:p>
        </p:txBody>
      </p:sp>
    </p:spTree>
    <p:extLst>
      <p:ext uri="{BB962C8B-B14F-4D97-AF65-F5344CB8AC3E}">
        <p14:creationId xmlns:p14="http://schemas.microsoft.com/office/powerpoint/2010/main" val="40813283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0C910-FAC5-34D1-FB68-A79295543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200" b="1" dirty="0">
                <a:latin typeface="+mn-lt"/>
              </a:rPr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AF18A-AB7F-7701-E540-05A72C84A2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E-commerce Sales dataset (2024 JAN - NOV)</a:t>
            </a:r>
          </a:p>
          <a:p>
            <a:r>
              <a:rPr lang="en-US" sz="2800" b="1" dirty="0"/>
              <a:t> Tables Used</a:t>
            </a:r>
            <a:endParaRPr lang="en-US" sz="2800" dirty="0"/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Customers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Orders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/>
              <a:t>Products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D49A34-A4A9-69B8-5A63-00EB169160A4}"/>
              </a:ext>
            </a:extLst>
          </p:cNvPr>
          <p:cNvSpPr txBox="1"/>
          <p:nvPr/>
        </p:nvSpPr>
        <p:spPr>
          <a:xfrm>
            <a:off x="8321040" y="597746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chemeClr val="bg2">
                    <a:lumMod val="25000"/>
                  </a:schemeClr>
                </a:solidFill>
              </a:rPr>
              <a:t>Presented by:</a:t>
            </a:r>
            <a:r>
              <a:rPr lang="en-IN" sz="18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IN" sz="1800" dirty="0"/>
              <a:t>Kalpana Dhanraj Birajdar</a:t>
            </a:r>
          </a:p>
        </p:txBody>
      </p:sp>
    </p:spTree>
    <p:extLst>
      <p:ext uri="{BB962C8B-B14F-4D97-AF65-F5344CB8AC3E}">
        <p14:creationId xmlns:p14="http://schemas.microsoft.com/office/powerpoint/2010/main" val="1596525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B1772-5B1F-50C9-1892-D498B6878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200" b="1" dirty="0">
                <a:latin typeface="+mn-lt"/>
              </a:rPr>
              <a:t>Tools &amp;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5EC4F-1204-3FFE-AE1F-DC879AFAD9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b="1" dirty="0"/>
              <a:t>Tools</a:t>
            </a:r>
            <a:endParaRPr lang="en-US" sz="2800" dirty="0"/>
          </a:p>
          <a:p>
            <a:pPr marL="0" indent="0">
              <a:buNone/>
            </a:pPr>
            <a:r>
              <a:rPr lang="en-US" sz="2800" dirty="0"/>
              <a:t>    Power BI Desktop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b="1" dirty="0"/>
              <a:t>Techniques</a:t>
            </a:r>
            <a:endParaRPr lang="en-US" sz="28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dirty="0"/>
              <a:t>Data cleaning using Power Query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dirty="0"/>
              <a:t>Calculated columns and measures (DAX)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dirty="0"/>
              <a:t>KPI cards for performance tracking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800" dirty="0"/>
              <a:t>Interactive visuals and filters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B48B2B-33E4-260B-A026-3BAF7C39208C}"/>
              </a:ext>
            </a:extLst>
          </p:cNvPr>
          <p:cNvSpPr txBox="1"/>
          <p:nvPr/>
        </p:nvSpPr>
        <p:spPr>
          <a:xfrm>
            <a:off x="8321040" y="598762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chemeClr val="bg2">
                    <a:lumMod val="25000"/>
                  </a:schemeClr>
                </a:solidFill>
              </a:rPr>
              <a:t>Presented by:</a:t>
            </a:r>
            <a:r>
              <a:rPr lang="en-IN" sz="18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IN" sz="1800" dirty="0"/>
              <a:t>Kalpana Dhanraj Birajdar</a:t>
            </a:r>
          </a:p>
        </p:txBody>
      </p:sp>
    </p:spTree>
    <p:extLst>
      <p:ext uri="{BB962C8B-B14F-4D97-AF65-F5344CB8AC3E}">
        <p14:creationId xmlns:p14="http://schemas.microsoft.com/office/powerpoint/2010/main" val="493338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D8941-62C5-D32F-4C05-56F1563A1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3200" b="1" dirty="0">
                <a:latin typeface="+mn-lt"/>
              </a:rPr>
              <a:t>Key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CAC69-2857-C79B-104A-F06D01C1D7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038774"/>
            <a:ext cx="10058400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This dashboard shows overall e-commerce performance.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800" dirty="0"/>
              <a:t>The analysis shows that most revenue comes from paid orders, some cities and products perform better than others, and delivery cancellations affect customer satisfaction.</a:t>
            </a:r>
            <a:endParaRPr lang="en-IN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D85D1B-2C3F-278C-CDB4-B57A9169AE2E}"/>
              </a:ext>
            </a:extLst>
          </p:cNvPr>
          <p:cNvSpPr txBox="1"/>
          <p:nvPr/>
        </p:nvSpPr>
        <p:spPr>
          <a:xfrm>
            <a:off x="8331200" y="599421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chemeClr val="bg2">
                    <a:lumMod val="25000"/>
                  </a:schemeClr>
                </a:solidFill>
              </a:rPr>
              <a:t>Presented by:</a:t>
            </a:r>
            <a:r>
              <a:rPr lang="en-IN" sz="18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IN" sz="1800" dirty="0"/>
              <a:t>Kalpana Dhanraj Birajdar</a:t>
            </a:r>
          </a:p>
        </p:txBody>
      </p:sp>
    </p:spTree>
    <p:extLst>
      <p:ext uri="{BB962C8B-B14F-4D97-AF65-F5344CB8AC3E}">
        <p14:creationId xmlns:p14="http://schemas.microsoft.com/office/powerpoint/2010/main" val="537931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5BE08-FC06-C4E3-43F2-8504B8B15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3200" b="1" dirty="0">
                <a:latin typeface="+mn-lt"/>
              </a:rPr>
              <a:t>Future Scope</a:t>
            </a:r>
            <a:endParaRPr lang="en-IN" sz="3200" b="1" dirty="0">
              <a:latin typeface="+mn-lt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5318E2E2-C7E6-7A06-DB43-49C399047C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9760" y="2111490"/>
            <a:ext cx="10444480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&amp; predictive analysis: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Connect live data sources and add sales forecasting for better future     planning.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&amp; performance insights: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2400" dirty="0">
                <a:latin typeface="Arial" panose="020B0604020202020204" pitchFamily="34" charset="0"/>
              </a:rPr>
              <a:t>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customer segmentation and delivery analysis to improve satisfaction   and revenue.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800" dirty="0"/>
              <a:t>Improve product quality using customer ratings and feedback.</a:t>
            </a:r>
          </a:p>
          <a:p>
            <a:pPr marL="457200" lvl="0" indent="-45720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sz="2800" dirty="0"/>
              <a:t>Analyze delivery delays and cancellations in more detail.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4A5C2C-C740-C22B-5150-7C97A5D53B99}"/>
              </a:ext>
            </a:extLst>
          </p:cNvPr>
          <p:cNvSpPr txBox="1"/>
          <p:nvPr/>
        </p:nvSpPr>
        <p:spPr>
          <a:xfrm>
            <a:off x="8321040" y="597737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chemeClr val="bg2">
                    <a:lumMod val="25000"/>
                  </a:schemeClr>
                </a:solidFill>
              </a:rPr>
              <a:t>Presented by:</a:t>
            </a:r>
            <a:r>
              <a:rPr lang="en-IN" sz="18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IN" sz="1800" dirty="0"/>
              <a:t>Kalpana Dhanraj Birajdar</a:t>
            </a:r>
          </a:p>
        </p:txBody>
      </p:sp>
    </p:spTree>
    <p:extLst>
      <p:ext uri="{BB962C8B-B14F-4D97-AF65-F5344CB8AC3E}">
        <p14:creationId xmlns:p14="http://schemas.microsoft.com/office/powerpoint/2010/main" val="27285405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A848B7-EBEC-C354-1A1C-703C49A4037C}"/>
              </a:ext>
            </a:extLst>
          </p:cNvPr>
          <p:cNvSpPr txBox="1"/>
          <p:nvPr/>
        </p:nvSpPr>
        <p:spPr>
          <a:xfrm>
            <a:off x="3291840" y="2105561"/>
            <a:ext cx="5608320" cy="132343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8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Thank You!!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057E08-48D3-1AB0-0493-22A4947A3000}"/>
              </a:ext>
            </a:extLst>
          </p:cNvPr>
          <p:cNvSpPr txBox="1"/>
          <p:nvPr/>
        </p:nvSpPr>
        <p:spPr>
          <a:xfrm>
            <a:off x="8270240" y="59570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solidFill>
                  <a:schemeClr val="bg2">
                    <a:lumMod val="25000"/>
                  </a:schemeClr>
                </a:solidFill>
              </a:rPr>
              <a:t>Presented by:</a:t>
            </a:r>
            <a:r>
              <a:rPr lang="en-IN" sz="1800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IN" sz="1800" dirty="0"/>
              <a:t>Kalpana Dhanraj Birajdar</a:t>
            </a:r>
          </a:p>
        </p:txBody>
      </p:sp>
    </p:spTree>
    <p:extLst>
      <p:ext uri="{BB962C8B-B14F-4D97-AF65-F5344CB8AC3E}">
        <p14:creationId xmlns:p14="http://schemas.microsoft.com/office/powerpoint/2010/main" val="589852992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876</TotalTime>
  <Words>265</Words>
  <Application>Microsoft Office PowerPoint</Application>
  <PresentationFormat>Widescreen</PresentationFormat>
  <Paragraphs>44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Wingdings</vt:lpstr>
      <vt:lpstr>Retrospect</vt:lpstr>
      <vt:lpstr>                      Project Name </vt:lpstr>
      <vt:lpstr>PowerPoint Presentation</vt:lpstr>
      <vt:lpstr>PowerPoint Presentation</vt:lpstr>
      <vt:lpstr>Dataset Overview</vt:lpstr>
      <vt:lpstr>Tools &amp; Techniques</vt:lpstr>
      <vt:lpstr>Key Insights</vt:lpstr>
      <vt:lpstr>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Kalpana Dhanraj Birajdar</dc:creator>
  <cp:lastModifiedBy>Kalpana Dhanraj Birajdar</cp:lastModifiedBy>
  <cp:revision>26</cp:revision>
  <dcterms:created xsi:type="dcterms:W3CDTF">2025-12-27T15:25:42Z</dcterms:created>
  <dcterms:modified xsi:type="dcterms:W3CDTF">2026-02-10T15:43:40Z</dcterms:modified>
</cp:coreProperties>
</file>